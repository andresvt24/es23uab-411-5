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2"/>
  </p:notesMasterIdLst>
  <p:sldIdLst>
    <p:sldId id="412" r:id="rId5"/>
    <p:sldId id="400" r:id="rId6"/>
    <p:sldId id="413" r:id="rId7"/>
    <p:sldId id="408" r:id="rId8"/>
    <p:sldId id="410" r:id="rId9"/>
    <p:sldId id="411" r:id="rId10"/>
    <p:sldId id="399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9D9D9"/>
    <a:srgbClr val="FEF8BE"/>
    <a:srgbClr val="B8CCE4"/>
    <a:srgbClr val="769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ECDAD-75E1-4BC4-AB86-9BA5DFF857B3}" type="datetimeFigureOut">
              <a:rPr lang="en-GB" smtClean="0"/>
              <a:t>03/05/2026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AA5E4-F832-4E78-BDC0-6CAA09567E0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48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31DCF8F9-FE1E-467E-9B82-0FEB758F2FA6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95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6219CF75-0ECC-4E76-B636-3ABF46261502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78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4E8BD-E6E8-42B0-9E1C-58D2F9C64A0C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33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D7AFBA47-0BC8-4C75-9B10-88B9F496CCB1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2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84512E72-AC33-43BA-BEE9-4FD4948C58D8}" type="datetime1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17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76718-59A8-49B1-AEC5-3662572A144D}" type="datetime1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4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EC767-5C82-4733-81D6-0B6B22CAF0EE}" type="datetime1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4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E4D41E06-6C86-4754-846D-56519DFF1F50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60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A39B2-B176-40DF-B22F-280C511548AF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20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E393-D011-4B55-A9B6-0BBC79EF96B0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55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0C2F-F497-4247-8BB2-5746400D850B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9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AA1BC-C245-4537-A704-02F8919D151B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8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5CF02-92BA-5A94-2DEC-47F61A7CF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481272-C222-8968-044D-3BAF0970A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02A8D1-3358-F5F1-4AF0-5F9969CD73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3CA4E186-A056-DACA-6812-E5F007704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318A6B-6752-F618-4EF4-1D267178C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EE755042-3AA6-3825-AEC6-571898FD7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429D88-9361-BCC7-DCE3-D5D1408F4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8F60D0DC-CA51-7547-B234-C04A874F0855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 dirty="0"/>
              <a:t>Pràctiques: Grup 411-5</a:t>
            </a:r>
          </a:p>
          <a:p>
            <a:pPr>
              <a:lnSpc>
                <a:spcPct val="100000"/>
              </a:lnSpc>
            </a:pPr>
            <a:endParaRPr lang="ca-ES" sz="1400" dirty="0"/>
          </a:p>
          <a:p>
            <a:pPr>
              <a:lnSpc>
                <a:spcPct val="100000"/>
              </a:lnSpc>
            </a:pPr>
            <a:r>
              <a:rPr lang="ca-ES" sz="1400" dirty="0" err="1"/>
              <a:t>Sprint</a:t>
            </a:r>
            <a:r>
              <a:rPr lang="ca-ES" sz="1400" dirty="0"/>
              <a:t> 02: Diagrama Casos d’Ús</a:t>
            </a:r>
          </a:p>
        </p:txBody>
      </p:sp>
    </p:spTree>
    <p:extLst>
      <p:ext uri="{BB962C8B-B14F-4D97-AF65-F5344CB8AC3E}">
        <p14:creationId xmlns:p14="http://schemas.microsoft.com/office/powerpoint/2010/main" val="75173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F9086-B6B4-D19E-C791-6006CEAD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Composició de l’equip</a:t>
            </a:r>
            <a:r>
              <a:rPr lang="en-GB" dirty="0"/>
              <a:t>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F9A3A06-2104-6EDD-EE3F-A32528BEC881}"/>
              </a:ext>
            </a:extLst>
          </p:cNvPr>
          <p:cNvSpPr txBox="1"/>
          <p:nvPr/>
        </p:nvSpPr>
        <p:spPr>
          <a:xfrm>
            <a:off x="3865698" y="3615973"/>
            <a:ext cx="2319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Erik Andres Villca</a:t>
            </a:r>
            <a:endParaRPr lang="ca-ES" dirty="0"/>
          </a:p>
        </p:txBody>
      </p:sp>
      <p:pic>
        <p:nvPicPr>
          <p:cNvPr id="8" name="Picture 2" descr="Profile Pictures, The Selfie Precursor Thebenclark, 47% OFF">
            <a:extLst>
              <a:ext uri="{FF2B5EF4-FFF2-40B4-BE49-F238E27FC236}">
                <a16:creationId xmlns:a16="http://schemas.microsoft.com/office/drawing/2014/main" id="{76D0DF31-D861-FFEE-2974-6C02DD693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6225" y="2289522"/>
            <a:ext cx="1209260" cy="120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701D67B-2047-7EEE-CB49-B2ED590A3D18}"/>
              </a:ext>
            </a:extLst>
          </p:cNvPr>
          <p:cNvSpPr txBox="1"/>
          <p:nvPr/>
        </p:nvSpPr>
        <p:spPr>
          <a:xfrm>
            <a:off x="6487244" y="3615973"/>
            <a:ext cx="2319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Eloy Rota Vilchez</a:t>
            </a:r>
          </a:p>
          <a:p>
            <a:endParaRPr lang="es-ES" dirty="0"/>
          </a:p>
          <a:p>
            <a:endParaRPr lang="ca-ES" dirty="0"/>
          </a:p>
        </p:txBody>
      </p:sp>
      <p:pic>
        <p:nvPicPr>
          <p:cNvPr id="10" name="Picture 2" descr="Profile Pictures, The Selfie Precursor Thebenclark, 47% OFF">
            <a:extLst>
              <a:ext uri="{FF2B5EF4-FFF2-40B4-BE49-F238E27FC236}">
                <a16:creationId xmlns:a16="http://schemas.microsoft.com/office/drawing/2014/main" id="{C58F73A0-EF49-A7B1-C627-75778E026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4679" y="4449627"/>
            <a:ext cx="1209260" cy="120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F9E5503-CA01-C76E-286A-F65FDF48A279}"/>
              </a:ext>
            </a:extLst>
          </p:cNvPr>
          <p:cNvSpPr txBox="1"/>
          <p:nvPr/>
        </p:nvSpPr>
        <p:spPr>
          <a:xfrm>
            <a:off x="3865698" y="5776078"/>
            <a:ext cx="2319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Jennifer D. Martínez</a:t>
            </a:r>
          </a:p>
        </p:txBody>
      </p:sp>
      <p:pic>
        <p:nvPicPr>
          <p:cNvPr id="12" name="Picture 2" descr="Profile Pictures, The Selfie Precursor Thebenclark, 47% OFF">
            <a:extLst>
              <a:ext uri="{FF2B5EF4-FFF2-40B4-BE49-F238E27FC236}">
                <a16:creationId xmlns:a16="http://schemas.microsoft.com/office/drawing/2014/main" id="{B5B950BB-3356-08FA-D3B8-D5AB267A1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6225" y="4449627"/>
            <a:ext cx="1209260" cy="120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FC6393E-84E8-F829-72B0-A2837607CCD5}"/>
              </a:ext>
            </a:extLst>
          </p:cNvPr>
          <p:cNvSpPr txBox="1"/>
          <p:nvPr/>
        </p:nvSpPr>
        <p:spPr>
          <a:xfrm>
            <a:off x="6487244" y="5776078"/>
            <a:ext cx="2319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Chenyu Weng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5C3A89F8-A065-A1FA-DC46-2463F75723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4456" y="346862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D69F5AC-EDA7-69E8-AEB5-37E35C7312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33" t="31970" r="31867" b="29867"/>
          <a:stretch>
            <a:fillRect/>
          </a:stretch>
        </p:blipFill>
        <p:spPr>
          <a:xfrm>
            <a:off x="4248307" y="2063803"/>
            <a:ext cx="1303541" cy="143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967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B7387-E40C-50D0-0FA6-A866F885E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Dades sprint	</a:t>
            </a:r>
            <a:endParaRPr lang="ca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F022AB-EEA4-62D9-7CD2-78CC2638E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Data </a:t>
            </a:r>
            <a:r>
              <a:rPr lang="es-ES" dirty="0" err="1"/>
              <a:t>començament</a:t>
            </a:r>
            <a:r>
              <a:rPr lang="es-ES" dirty="0"/>
              <a:t>: 26 </a:t>
            </a:r>
            <a:r>
              <a:rPr lang="es-ES" dirty="0" err="1"/>
              <a:t>d’abril</a:t>
            </a:r>
            <a:endParaRPr lang="es-ES" dirty="0"/>
          </a:p>
          <a:p>
            <a:r>
              <a:rPr lang="es-ES" dirty="0"/>
              <a:t>Dates </a:t>
            </a:r>
            <a:r>
              <a:rPr lang="es-ES" dirty="0" err="1"/>
              <a:t>lliuraments</a:t>
            </a:r>
            <a:r>
              <a:rPr lang="es-ES" dirty="0"/>
              <a:t> Campus Virtual: 3 de </a:t>
            </a:r>
            <a:r>
              <a:rPr lang="es-ES" dirty="0" err="1"/>
              <a:t>maig</a:t>
            </a:r>
            <a:r>
              <a:rPr lang="es-ES" dirty="0"/>
              <a:t>, 6 de </a:t>
            </a:r>
            <a:r>
              <a:rPr lang="es-ES" dirty="0" err="1"/>
              <a:t>maig</a:t>
            </a:r>
            <a:endParaRPr lang="es-ES" dirty="0"/>
          </a:p>
          <a:p>
            <a:r>
              <a:rPr lang="es-ES" dirty="0"/>
              <a:t>Dades </a:t>
            </a:r>
            <a:r>
              <a:rPr lang="es-ES" dirty="0" err="1"/>
              <a:t>presentacions</a:t>
            </a:r>
            <a:r>
              <a:rPr lang="es-ES" dirty="0"/>
              <a:t> sprint: 4 de </a:t>
            </a:r>
            <a:r>
              <a:rPr lang="es-ES" dirty="0" err="1"/>
              <a:t>maig</a:t>
            </a:r>
            <a:r>
              <a:rPr lang="es-ES" dirty="0"/>
              <a:t>, 7 de </a:t>
            </a:r>
            <a:r>
              <a:rPr lang="es-ES" dirty="0" err="1"/>
              <a:t>maig</a:t>
            </a:r>
            <a:endParaRPr lang="es-ES" dirty="0"/>
          </a:p>
          <a:p>
            <a:r>
              <a:rPr lang="es-ES" dirty="0"/>
              <a:t>Data </a:t>
            </a:r>
            <a:r>
              <a:rPr lang="es-ES" dirty="0" err="1"/>
              <a:t>finalització</a:t>
            </a:r>
            <a:r>
              <a:rPr lang="es-ES" dirty="0"/>
              <a:t> sprint: 10 de </a:t>
            </a:r>
            <a:r>
              <a:rPr lang="es-ES"/>
              <a:t>maig</a:t>
            </a:r>
            <a:endParaRPr lang="ca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E08325-39DC-5ECF-0493-C39583340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223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FB19B-BC83-28E3-C34F-E477B71C3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D4BA1-5AB7-B8D9-63F4-F71B31D5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Tasques fetes al sprint</a:t>
            </a:r>
            <a:endParaRPr lang="en-GB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9DCC4B-20F9-8EAA-9C5D-D85FD1DD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C9F3BC3-64C6-DCA9-A993-43956FF851B7}"/>
              </a:ext>
            </a:extLst>
          </p:cNvPr>
          <p:cNvSpPr txBox="1"/>
          <p:nvPr/>
        </p:nvSpPr>
        <p:spPr>
          <a:xfrm>
            <a:off x="428603" y="2198728"/>
            <a:ext cx="100208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En aquesta transparència volem un llistat general de les tasques que ha fet cadascú al </a:t>
            </a:r>
            <a:r>
              <a:rPr lang="ca-ES" dirty="0" err="1"/>
              <a:t>sprint</a:t>
            </a:r>
            <a:endParaRPr lang="ca-ES" dirty="0"/>
          </a:p>
          <a:p>
            <a:pPr algn="just"/>
            <a:endParaRPr lang="ca-ES" dirty="0"/>
          </a:p>
          <a:p>
            <a:pPr algn="just"/>
            <a:r>
              <a:rPr lang="ca-ES" dirty="0"/>
              <a:t>Per exemple:</a:t>
            </a:r>
          </a:p>
          <a:p>
            <a:pPr algn="just"/>
            <a:endParaRPr lang="ca-ES" dirty="0"/>
          </a:p>
          <a:p>
            <a:pPr algn="just"/>
            <a:r>
              <a:rPr lang="ca-ES" dirty="0"/>
              <a:t>Tasca 1: Diagrama Casos d’Ús perfil Usuari no registrat (encarregat: Alumne1)</a:t>
            </a:r>
          </a:p>
        </p:txBody>
      </p:sp>
    </p:spTree>
    <p:extLst>
      <p:ext uri="{BB962C8B-B14F-4D97-AF65-F5344CB8AC3E}">
        <p14:creationId xmlns:p14="http://schemas.microsoft.com/office/powerpoint/2010/main" val="3516385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7B62-DBD7-BFDA-7B65-5E67A8D3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CAEFC-9C4C-51FD-FCC5-CC819E64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Casos d’Ús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028594-75F6-86C2-9333-4845120C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933A7ED-18E9-D42B-F297-39B59B5C7F84}"/>
              </a:ext>
            </a:extLst>
          </p:cNvPr>
          <p:cNvSpPr txBox="1"/>
          <p:nvPr/>
        </p:nvSpPr>
        <p:spPr>
          <a:xfrm>
            <a:off x="428603" y="2198728"/>
            <a:ext cx="1126609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En aquesta secció de la presentació (pot ser més d’una transparència) volem una primera aproximació als diagrames de casos d’ús. </a:t>
            </a:r>
          </a:p>
          <a:p>
            <a:pPr algn="just"/>
            <a:endParaRPr lang="ca-ES" dirty="0"/>
          </a:p>
          <a:p>
            <a:pPr algn="just"/>
            <a:r>
              <a:rPr lang="ca-ES" dirty="0"/>
              <a:t>Com a recomanació, primer podríeu fer un llistat de les funcionalitats que fa cadascú dels perfils d’usuari i dibuixar el diagrama de casos d’us per cadascú d’ells. </a:t>
            </a:r>
          </a:p>
          <a:p>
            <a:pPr algn="just"/>
            <a:endParaRPr lang="ca-ES" dirty="0"/>
          </a:p>
          <a:p>
            <a:pPr algn="just"/>
            <a:r>
              <a:rPr lang="ca-ES" dirty="0"/>
              <a:t>Desprès, podeu ajuntar tots els diagrames en el que serà el diagrama de Casos d’Ús final</a:t>
            </a:r>
          </a:p>
        </p:txBody>
      </p:sp>
    </p:spTree>
    <p:extLst>
      <p:ext uri="{BB962C8B-B14F-4D97-AF65-F5344CB8AC3E}">
        <p14:creationId xmlns:p14="http://schemas.microsoft.com/office/powerpoint/2010/main" val="322074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38EA2-7393-3EEA-342C-2A0E49400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94DF30-96E6-D413-77EB-9C52FFF97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Burn-down</a:t>
            </a:r>
            <a:r>
              <a:rPr lang="ca-ES" dirty="0"/>
              <a:t> </a:t>
            </a:r>
            <a:r>
              <a:rPr lang="ca-ES" dirty="0" err="1"/>
              <a:t>chart</a:t>
            </a:r>
            <a:endParaRPr lang="ca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24E472-EEEA-047A-652F-39B76DADE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0201EA9-8858-5DF7-3188-D5BF4D92DF40}"/>
              </a:ext>
            </a:extLst>
          </p:cNvPr>
          <p:cNvSpPr txBox="1"/>
          <p:nvPr/>
        </p:nvSpPr>
        <p:spPr>
          <a:xfrm>
            <a:off x="428603" y="2198728"/>
            <a:ext cx="11266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En aquesta transparència volem el vostre </a:t>
            </a:r>
            <a:r>
              <a:rPr lang="ca-ES" dirty="0" err="1"/>
              <a:t>burn-down</a:t>
            </a:r>
            <a:r>
              <a:rPr lang="ca-ES" dirty="0"/>
              <a:t> Chart per aquest </a:t>
            </a:r>
            <a:r>
              <a:rPr lang="ca-ES" dirty="0" err="1"/>
              <a:t>sprint</a:t>
            </a:r>
            <a:endParaRPr lang="ca-E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57540303-3215-05B0-67D1-9A5C80493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091" y="2190820"/>
            <a:ext cx="5086753" cy="416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859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6D8F7F-EDDF-0F27-C5DE-363EDF2D88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F091E7-7144-0D59-2350-891845526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4B6A5C40-8DF0-BEC4-6D4B-21A930E89326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 dirty="0"/>
              <a:t>Pràctiques: Grup XXX-YY</a:t>
            </a:r>
          </a:p>
          <a:p>
            <a:pPr>
              <a:lnSpc>
                <a:spcPct val="100000"/>
              </a:lnSpc>
            </a:pPr>
            <a:endParaRPr lang="ca-ES" sz="1400" dirty="0"/>
          </a:p>
          <a:p>
            <a:pPr>
              <a:lnSpc>
                <a:spcPct val="100000"/>
              </a:lnSpc>
            </a:pPr>
            <a:r>
              <a:rPr lang="ca-ES" sz="1400" dirty="0" err="1"/>
              <a:t>Sprint</a:t>
            </a:r>
            <a:r>
              <a:rPr lang="ca-ES" sz="1400" dirty="0"/>
              <a:t> 02: Diagrama Casos d’Ús</a:t>
            </a:r>
          </a:p>
        </p:txBody>
      </p:sp>
    </p:spTree>
    <p:extLst>
      <p:ext uri="{BB962C8B-B14F-4D97-AF65-F5344CB8AC3E}">
        <p14:creationId xmlns:p14="http://schemas.microsoft.com/office/powerpoint/2010/main" val="79260365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b814fa0-4f1b-4d56-8a36-064af1e36e66">
      <UserInfo>
        <DisplayName/>
        <AccountId xsi:nil="true"/>
        <AccountType/>
      </UserInfo>
    </SharedWithUsers>
    <_activity xmlns="b1fa7ccf-aa4f-4f27-84db-07667d020ac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BD3DC6F0E81D4FA56575A4B7B24AF5" ma:contentTypeVersion="14" ma:contentTypeDescription="Crear nuevo documento." ma:contentTypeScope="" ma:versionID="ded3d347f3a98b31a82ee0cc093f824b">
  <xsd:schema xmlns:xsd="http://www.w3.org/2001/XMLSchema" xmlns:xs="http://www.w3.org/2001/XMLSchema" xmlns:p="http://schemas.microsoft.com/office/2006/metadata/properties" xmlns:ns3="7b814fa0-4f1b-4d56-8a36-064af1e36e66" xmlns:ns4="b1fa7ccf-aa4f-4f27-84db-07667d020acb" targetNamespace="http://schemas.microsoft.com/office/2006/metadata/properties" ma:root="true" ma:fieldsID="fe3adeea5df1e60fd0d7c7fb86895927" ns3:_="" ns4:_="">
    <xsd:import namespace="7b814fa0-4f1b-4d56-8a36-064af1e36e66"/>
    <xsd:import namespace="b1fa7ccf-aa4f-4f27-84db-07667d020ac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814fa0-4f1b-4d56-8a36-064af1e36e6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fa7ccf-aa4f-4f27-84db-07667d020a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BF3923-D9E5-4962-BBB8-690B0ABC4F42}">
  <ds:schemaRefs>
    <ds:schemaRef ds:uri="http://www.w3.org/XML/1998/namespace"/>
    <ds:schemaRef ds:uri="b1fa7ccf-aa4f-4f27-84db-07667d020acb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7b814fa0-4f1b-4d56-8a36-064af1e36e66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77A2FCE-FB77-4A2D-98B9-B8BD51BEE8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814fa0-4f1b-4d56-8a36-064af1e36e66"/>
    <ds:schemaRef ds:uri="b1fa7ccf-aa4f-4f27-84db-07667d020a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4171512-FDE1-4E49-B7EA-58AD2B3337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7794</TotalTime>
  <Words>205</Words>
  <Application>Microsoft Office PowerPoint</Application>
  <PresentationFormat>Panorámica</PresentationFormat>
  <Paragraphs>36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Neue Haas Grotesk Text Pro</vt:lpstr>
      <vt:lpstr>AccentBoxVTI</vt:lpstr>
      <vt:lpstr>Enginyeria del Software</vt:lpstr>
      <vt:lpstr>Composició de l’equip </vt:lpstr>
      <vt:lpstr>Dades sprint </vt:lpstr>
      <vt:lpstr>Tasques fetes al sprint</vt:lpstr>
      <vt:lpstr>Casos d’Ús</vt:lpstr>
      <vt:lpstr>Burn-down chart</vt:lpstr>
      <vt:lpstr>Enginyeria del Software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Enginyeria del Software</dc:title>
  <dc:creator>Jorge Bernal del Nozal</dc:creator>
  <cp:lastModifiedBy>Erik Andres Villca Tunari</cp:lastModifiedBy>
  <cp:revision>37</cp:revision>
  <dcterms:created xsi:type="dcterms:W3CDTF">2023-02-10T08:32:17Z</dcterms:created>
  <dcterms:modified xsi:type="dcterms:W3CDTF">2026-05-02T22:57:36Z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0x01010063BD3DC6F0E81D4FA56575A4B7B24AF5</vt:lpwstr>
  </property>
  <property fmtid="{D5CDD505-2E9C-101B-9397-08002B2CF9AE}" pid="3" name="Order">
    <vt:r8>1700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ComplianceAssetId">
    <vt:lpwstr/>
  </property>
</Properties>
</file>