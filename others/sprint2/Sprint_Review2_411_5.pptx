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5"/>
  </p:notesMasterIdLst>
  <p:sldIdLst>
    <p:sldId id="412" r:id="rId5"/>
    <p:sldId id="400" r:id="rId6"/>
    <p:sldId id="413" r:id="rId7"/>
    <p:sldId id="408" r:id="rId8"/>
    <p:sldId id="410" r:id="rId9"/>
    <p:sldId id="414" r:id="rId10"/>
    <p:sldId id="415" r:id="rId11"/>
    <p:sldId id="416" r:id="rId12"/>
    <p:sldId id="411" r:id="rId13"/>
    <p:sldId id="399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58" d="100"/>
          <a:sy n="58" d="100"/>
        </p:scale>
        <p:origin x="8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411-5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02: Diagrama Casos d’Ús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3865698" y="3615973"/>
            <a:ext cx="2319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Erik Andres Villca</a:t>
            </a:r>
            <a:endParaRPr lang="ca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701D67B-2047-7EEE-CB49-B2ED590A3D18}"/>
              </a:ext>
            </a:extLst>
          </p:cNvPr>
          <p:cNvSpPr txBox="1"/>
          <p:nvPr/>
        </p:nvSpPr>
        <p:spPr>
          <a:xfrm>
            <a:off x="6487244" y="3615973"/>
            <a:ext cx="23191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Eloy Rota Vilchez</a:t>
            </a:r>
          </a:p>
          <a:p>
            <a:endParaRPr lang="es-ES" dirty="0"/>
          </a:p>
          <a:p>
            <a:endParaRPr lang="ca-ES" dirty="0"/>
          </a:p>
        </p:txBody>
      </p:sp>
      <p:pic>
        <p:nvPicPr>
          <p:cNvPr id="10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C58F73A0-EF49-A7B1-C627-75778E026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4679" y="4449627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F9E5503-CA01-C76E-286A-F65FDF48A279}"/>
              </a:ext>
            </a:extLst>
          </p:cNvPr>
          <p:cNvSpPr txBox="1"/>
          <p:nvPr/>
        </p:nvSpPr>
        <p:spPr>
          <a:xfrm>
            <a:off x="3865698" y="5776078"/>
            <a:ext cx="2319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Jennifer D. Martínez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FC6393E-84E8-F829-72B0-A2837607CCD5}"/>
              </a:ext>
            </a:extLst>
          </p:cNvPr>
          <p:cNvSpPr txBox="1"/>
          <p:nvPr/>
        </p:nvSpPr>
        <p:spPr>
          <a:xfrm>
            <a:off x="6487244" y="5776078"/>
            <a:ext cx="2319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Chenyu Weng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5C3A89F8-A065-A1FA-DC46-2463F75723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34456" y="346862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D69F5AC-EDA7-69E8-AEB5-37E35C731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33" t="31970" r="31867" b="29867"/>
          <a:stretch>
            <a:fillRect/>
          </a:stretch>
        </p:blipFill>
        <p:spPr>
          <a:xfrm>
            <a:off x="4248307" y="2063803"/>
            <a:ext cx="1303541" cy="143497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B8C31E-3067-A51A-7FD2-BCAB6A767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9397" y="4232075"/>
            <a:ext cx="1531414" cy="140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0B7387-E40C-50D0-0FA6-A866F885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Dades sprint	</a:t>
            </a:r>
            <a:endParaRPr lang="ca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EF022AB-EEA4-62D9-7CD2-78CC2638E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Data </a:t>
            </a:r>
            <a:r>
              <a:rPr lang="es-ES" dirty="0" err="1"/>
              <a:t>començament</a:t>
            </a:r>
            <a:r>
              <a:rPr lang="es-ES" dirty="0"/>
              <a:t>: 26 </a:t>
            </a:r>
            <a:r>
              <a:rPr lang="es-ES" dirty="0" err="1"/>
              <a:t>d’abril</a:t>
            </a:r>
            <a:endParaRPr lang="es-ES" dirty="0"/>
          </a:p>
          <a:p>
            <a:r>
              <a:rPr lang="es-ES" dirty="0"/>
              <a:t>Dates </a:t>
            </a:r>
            <a:r>
              <a:rPr lang="es-ES" dirty="0" err="1"/>
              <a:t>lliuraments</a:t>
            </a:r>
            <a:r>
              <a:rPr lang="es-ES" dirty="0"/>
              <a:t> Campus Virtual: 3 de </a:t>
            </a:r>
            <a:r>
              <a:rPr lang="es-ES" dirty="0" err="1"/>
              <a:t>maig</a:t>
            </a:r>
            <a:r>
              <a:rPr lang="es-ES" dirty="0"/>
              <a:t>, 6 de </a:t>
            </a:r>
            <a:r>
              <a:rPr lang="es-ES" dirty="0" err="1"/>
              <a:t>maig</a:t>
            </a:r>
            <a:endParaRPr lang="es-ES" dirty="0"/>
          </a:p>
          <a:p>
            <a:r>
              <a:rPr lang="es-ES" dirty="0"/>
              <a:t>Dades </a:t>
            </a:r>
            <a:r>
              <a:rPr lang="es-ES" dirty="0" err="1"/>
              <a:t>presentacions</a:t>
            </a:r>
            <a:r>
              <a:rPr lang="es-ES" dirty="0"/>
              <a:t> sprint: 4 de </a:t>
            </a:r>
            <a:r>
              <a:rPr lang="es-ES" dirty="0" err="1"/>
              <a:t>maig</a:t>
            </a:r>
            <a:r>
              <a:rPr lang="es-ES" dirty="0"/>
              <a:t>, 7 de </a:t>
            </a:r>
            <a:r>
              <a:rPr lang="es-ES" dirty="0" err="1"/>
              <a:t>maig</a:t>
            </a:r>
            <a:endParaRPr lang="es-ES" dirty="0"/>
          </a:p>
          <a:p>
            <a:r>
              <a:rPr lang="es-ES" dirty="0"/>
              <a:t>Data </a:t>
            </a:r>
            <a:r>
              <a:rPr lang="es-ES" dirty="0" err="1"/>
              <a:t>finalització</a:t>
            </a:r>
            <a:r>
              <a:rPr lang="es-ES" dirty="0"/>
              <a:t> sprint: 10 de </a:t>
            </a:r>
            <a:r>
              <a:rPr lang="es-ES"/>
              <a:t>maig</a:t>
            </a:r>
            <a:endParaRPr lang="ca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9E08325-39DC-5ECF-0493-C39583340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223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428603" y="2198728"/>
            <a:ext cx="1002082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Tasca 1: Diagrama Casos d’Ús perfil Usuari General(encarregat: </a:t>
            </a:r>
            <a:r>
              <a:rPr lang="es-ES" dirty="0"/>
              <a:t>Eloy Rota Vilchez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2: Diagrama Casos d’Ús perfil Client(encarregat: </a:t>
            </a:r>
            <a:r>
              <a:rPr lang="es-ES" dirty="0"/>
              <a:t>Jennifer D. Martínez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3: Diagrama Casos d’Ús perfil Cuiner(encarregat: </a:t>
            </a:r>
            <a:r>
              <a:rPr lang="es-ES" dirty="0"/>
              <a:t>Eloy Rota Vilchez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4: Diagrama Casos d’Ús perfil Repartidor(encarregat: Erik Andres Villca)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5: Creació del </a:t>
            </a:r>
            <a:r>
              <a:rPr lang="ca-ES" dirty="0" err="1"/>
              <a:t>Burn</a:t>
            </a:r>
            <a:r>
              <a:rPr lang="ca-ES" dirty="0"/>
              <a:t>-Down Chart(encarregat: </a:t>
            </a:r>
            <a:r>
              <a:rPr lang="es-ES" dirty="0"/>
              <a:t>Jennifer D. Martínez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6: Revisió dels diagrames(encarregat: Tots)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7: Creació del document SRS(encarregat: </a:t>
            </a:r>
            <a:r>
              <a:rPr lang="ca-ES" dirty="0" err="1"/>
              <a:t>Chenyu</a:t>
            </a:r>
            <a:r>
              <a:rPr lang="ca-ES" dirty="0"/>
              <a:t> </a:t>
            </a:r>
            <a:r>
              <a:rPr lang="ca-ES" dirty="0" err="1"/>
              <a:t>Weng</a:t>
            </a:r>
            <a:r>
              <a:rPr lang="ca-ES" dirty="0"/>
              <a:t>)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8: Actualitzar GitHub(encarregat: Erik Andres Villca)</a:t>
            </a:r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A7B62-DBD7-BFDA-7B65-5E67A8D30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CAEFC-9C4C-51FD-FCC5-CC819E64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Casos d’Ús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028594-75F6-86C2-9333-4845120C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33A7ED-18E9-D42B-F297-39B59B5C7F84}"/>
              </a:ext>
            </a:extLst>
          </p:cNvPr>
          <p:cNvSpPr txBox="1"/>
          <p:nvPr/>
        </p:nvSpPr>
        <p:spPr>
          <a:xfrm>
            <a:off x="428603" y="2198728"/>
            <a:ext cx="1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DIAGRAMA CLIENT</a:t>
            </a:r>
          </a:p>
        </p:txBody>
      </p:sp>
    </p:spTree>
    <p:extLst>
      <p:ext uri="{BB962C8B-B14F-4D97-AF65-F5344CB8AC3E}">
        <p14:creationId xmlns:p14="http://schemas.microsoft.com/office/powerpoint/2010/main" val="322074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432F-F76B-FA1A-60C4-570BC9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D6179E-F510-EFB1-506A-6CC1E9CDF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Casos d’Ús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111615-F26B-4050-8DA5-71730ADD1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6771E0B-8B92-E9DC-DC56-79F9F66230CE}"/>
              </a:ext>
            </a:extLst>
          </p:cNvPr>
          <p:cNvSpPr txBox="1"/>
          <p:nvPr/>
        </p:nvSpPr>
        <p:spPr>
          <a:xfrm>
            <a:off x="428603" y="2198728"/>
            <a:ext cx="1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DIAGRAMA CUINER</a:t>
            </a:r>
          </a:p>
        </p:txBody>
      </p:sp>
    </p:spTree>
    <p:extLst>
      <p:ext uri="{BB962C8B-B14F-4D97-AF65-F5344CB8AC3E}">
        <p14:creationId xmlns:p14="http://schemas.microsoft.com/office/powerpoint/2010/main" val="862619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B8CF1-8865-C2AC-F2E6-D78A33C2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C1A5CB-F9C6-A0CB-A731-3F59EF698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37285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Casos d’Ús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8113" y="1405210"/>
            <a:ext cx="146304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6842A4-1028-2B4D-3616-7FC3153FC3DE}"/>
              </a:ext>
            </a:extLst>
          </p:cNvPr>
          <p:cNvSpPr txBox="1"/>
          <p:nvPr/>
        </p:nvSpPr>
        <p:spPr>
          <a:xfrm>
            <a:off x="5351164" y="586822"/>
            <a:ext cx="6002636" cy="16459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DIAGRAMA REPARTIDOR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80A39B9-881F-ABE0-B681-C5BF2AE20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3192034"/>
            <a:ext cx="11164824" cy="2567908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719E8BF-257C-70FE-E89C-A1E3D45E8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111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7FF2B-B62F-2236-372F-E71947E9E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7B4D09-4F37-FD80-34EC-CF510891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37285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Casos d’Ús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8113" y="1405210"/>
            <a:ext cx="146304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67C0345-0D54-2A7A-5EAB-12880AF52EB6}"/>
              </a:ext>
            </a:extLst>
          </p:cNvPr>
          <p:cNvSpPr txBox="1"/>
          <p:nvPr/>
        </p:nvSpPr>
        <p:spPr>
          <a:xfrm>
            <a:off x="5351164" y="586822"/>
            <a:ext cx="6002636" cy="16459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DIAGRAMA USUARI GENERAL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E5DE625-5795-C2D9-B971-FA702F42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779" y="2734056"/>
            <a:ext cx="9544834" cy="3483864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7B9AA0-6A33-1782-54E4-ECB2E0F98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767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Burn-down</a:t>
            </a:r>
            <a:r>
              <a:rPr lang="ca-ES" dirty="0"/>
              <a:t> </a:t>
            </a:r>
            <a:r>
              <a:rPr lang="ca-ES" dirty="0" err="1"/>
              <a:t>chart</a:t>
            </a:r>
            <a:endParaRPr lang="ca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7540303-3215-05B0-67D1-9A5C80493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3091" y="2190820"/>
            <a:ext cx="5086753" cy="416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A5F87-1D1E-45CB-8D83-FC7EEFAD9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6D8F7F-EDDF-0F27-C5DE-363EDF2D88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7CCFC2C6-6238-4A2F-93DE-2ADF74AF6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F091E7-7144-0D59-2350-891845526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B6A5C40-8DF0-BEC4-6D4B-21A930E89326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411-5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02: Diagrama Casos d’Ús</a:t>
            </a:r>
          </a:p>
        </p:txBody>
      </p:sp>
    </p:spTree>
    <p:extLst>
      <p:ext uri="{BB962C8B-B14F-4D97-AF65-F5344CB8AC3E}">
        <p14:creationId xmlns:p14="http://schemas.microsoft.com/office/powerpoint/2010/main" val="79260365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7828</TotalTime>
  <Words>222</Words>
  <Application>Microsoft Office PowerPoint</Application>
  <PresentationFormat>Panorámica</PresentationFormat>
  <Paragraphs>50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Neue Haas Grotesk Text Pro</vt:lpstr>
      <vt:lpstr>AccentBoxVTI</vt:lpstr>
      <vt:lpstr>Enginyeria del Software</vt:lpstr>
      <vt:lpstr>Composició de l’equip </vt:lpstr>
      <vt:lpstr>Dades sprint </vt:lpstr>
      <vt:lpstr>Tasques fetes al sprint</vt:lpstr>
      <vt:lpstr>Casos d’Ús</vt:lpstr>
      <vt:lpstr>Casos d’Ús</vt:lpstr>
      <vt:lpstr>Casos d’Ús</vt:lpstr>
      <vt:lpstr>Casos d’Ús</vt:lpstr>
      <vt:lpstr>Burn-down chart</vt:lpstr>
      <vt:lpstr>Enginyeria del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Erik Andres Villca Tunari</cp:lastModifiedBy>
  <cp:revision>39</cp:revision>
  <dcterms:created xsi:type="dcterms:W3CDTF">2023-02-10T08:32:17Z</dcterms:created>
  <dcterms:modified xsi:type="dcterms:W3CDTF">2026-05-03T13:44:06Z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